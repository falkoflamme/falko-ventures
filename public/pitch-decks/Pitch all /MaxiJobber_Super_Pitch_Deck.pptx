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MAXI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spc="12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JOBBER.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Plattform für qualifizierte Fachkräfte im Minijob.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Deck  ·  2026  ·  Pre-Seed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948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5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QUALITÄT. DIREKT. SOFORT.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C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DIE CHANCE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7,5 Millionen Minijobber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Deutschland — und kein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einziger Marktführer für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qualifizierte Fachkräfte.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MaxiJobber besetzt diese Lücke. Kostenlos. Direkt. Ab 25€/h.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Fachkräfte werden wie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Aushilfen behandelt.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749040" cy="105156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359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Agenturen kassieren 40–60%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Zeitarbeitsfirmen nehmen den Großteil. Die Fachkraft sieht fast nichts davon.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2286000"/>
            <a:ext cx="3749040" cy="105156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231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2359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Jobbörsen liefern Masse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0352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Bewerbungen, 0 Qualität. Unternehmen verlieren Zeit und Vertrauen.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3520440"/>
            <a:ext cx="3749040" cy="105156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593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Kein Direktkontakt möglich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88720" y="3977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 ein Middleman. Immer ein Ticket. Nie eine echte Verbindung.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3520440"/>
            <a:ext cx="3749040" cy="105156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657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3593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Minijob = billig? Falsch.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303520" y="3977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Modell ist gut. Nur die Umsetzung ist kaputt. 538€ steuerfrei ist attraktiv.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WARUM JETZT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Vier Kräfte treffen gleichzeitig aufeinander.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630.000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37744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offene Stellen in Gastro &amp; Handwerk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Fachkräftemangel auf Rekordniveau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554480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2286000"/>
            <a:ext cx="768096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538€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37744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steuerfrei pro Monat seit 2022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37744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Minijob-Reform macht das Modell attraktiver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423160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" y="3154680"/>
            <a:ext cx="768096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237744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der KMU ohne digitale Recruiting-Lösung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37744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suchende Betriebe sind der Normalfall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91840"/>
            <a:ext cx="411480" cy="411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0080" y="4023360"/>
            <a:ext cx="768096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4114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7,5M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237744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Minijobber in Deutschland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23774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Riesiger Markt, kein Category Leader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41605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C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DIE LÖSUNG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Nicht jeder kommt rein.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 schon.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560320" cy="2377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508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97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Geprüfte Qualität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3566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Manuelle Verifizierung.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25€/h Minimum.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Aushilfen.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2468880"/>
            <a:ext cx="2560320" cy="2377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508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697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Direktkontakt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703320" y="3566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Telefon, E-Mail.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Ticket-System.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Middleman.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309360" y="2468880"/>
            <a:ext cx="2560320" cy="2377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508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6974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3796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Kostenlos. Für alle.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537960" y="3566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Aufschlag.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Provision.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versteckten Kosten.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 FUNKTIONIERT 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Beide Seiten gewinnen. Das ist das System.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794760" cy="3383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FÜR FACHKRÄFTE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in 5 Minuten erstellen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237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5237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Manuelle Prüfung in 24h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0358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035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geht live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5478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547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Unternehmen kommen auf dich zu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0599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40599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entscheidest — du verdienst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572000"/>
            <a:ext cx="3337560" cy="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538€/Monat steuerfrei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417320"/>
            <a:ext cx="3794760" cy="3383280"/>
          </a:xfrm>
          <a:prstGeom prst="rect">
            <a:avLst/>
          </a:prstGeom>
          <a:solidFill>
            <a:srgbClr val="F9F9F9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508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FÜR UNTERNEHMEN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011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durchsuchen — kein Login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5237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5237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Fachkraft auswählen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0358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3035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Anfrage stellen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5478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3547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Direktkontakt per WhatsApp/Tel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40599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40599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Minijob-Vertrag direkt abschließen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0€ Aufschlag — 0€ Provision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WARUM MAXIJOBBER ANDERS IST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VORHER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463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 MAXIJOBBER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26280" y="1371600"/>
            <a:ext cx="0" cy="32004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Agentur mit 40% Aufschlag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087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Direktkontakt, 0% Aufschlag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Ungeprüfte Massenprofile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14884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208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Manuell verifizierte Fachkräfte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78892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Mindestlohn-Niveau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88920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1208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Minimum 25€/h</a:t>
            </a:r>
            <a:endParaRPr lang="en-US" sz="13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429000"/>
            <a:ext cx="228600" cy="2286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0584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Anonyme Jobbörse</a:t>
            </a:r>
            <a:endParaRPr lang="en-US" sz="13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429000"/>
            <a:ext cx="228600" cy="2286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1208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Persönliches Profil mit Story</a:t>
            </a:r>
            <a:endParaRPr lang="en-US" sz="13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069080"/>
            <a:ext cx="228600" cy="2286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00584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Wochen bis zum Match</a:t>
            </a:r>
            <a:endParaRPr lang="en-US" sz="13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4069080"/>
            <a:ext cx="228600" cy="2286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21208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 sehen → direkt anfragen</a:t>
            </a:r>
            <a:endParaRPr lang="en-US" sz="1300" dirty="0"/>
          </a:p>
        </p:txBody>
      </p:sp>
      <p:sp>
        <p:nvSpPr>
          <p:cNvPr id="27" name="Shape 15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8" name="Text 16"/>
          <p:cNvSpPr/>
          <p:nvPr/>
        </p:nvSpPr>
        <p:spPr>
          <a:xfrm>
            <a:off x="640080" y="45948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 ZAHLST NICHT FÜR ZEIT. DU ZAHLST FÜR ERGEBNIS.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ZIELGRUPPE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SUPPLY — FACHKRÄFTE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840480" cy="54864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8988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Sous Chef / Chef de Partie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34440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Gastro-Profis mit 5+ Jahren Erfahrung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965960"/>
            <a:ext cx="3840480" cy="54864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7568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 Waiter / Concierge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34440" y="2240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Service-Kräfte auf Premium-Niveau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2651760"/>
            <a:ext cx="3840480" cy="54864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6148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Elektriker / Sanitär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234440" y="2926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Handwerk mit Meister oder Gesellen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3337560"/>
            <a:ext cx="3840480" cy="54864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4728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Facility / Hauswirtschaft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234440" y="3611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Professionelle Gebäudebetreuung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84632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DEMAND — UNTERNEHMEN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1280160"/>
            <a:ext cx="38404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17"/>
          <p:cNvSpPr/>
          <p:nvPr/>
        </p:nvSpPr>
        <p:spPr>
          <a:xfrm>
            <a:off x="502920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Gastronomie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67512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Restaurants, Catering, Hotels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846320" y="1965960"/>
            <a:ext cx="38404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0"/>
          <p:cNvSpPr/>
          <p:nvPr/>
        </p:nvSpPr>
        <p:spPr>
          <a:xfrm>
            <a:off x="502920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Handwerk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67512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Elektro, Sanitär, Heizung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846320" y="2651760"/>
            <a:ext cx="38404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3"/>
          <p:cNvSpPr/>
          <p:nvPr/>
        </p:nvSpPr>
        <p:spPr>
          <a:xfrm>
            <a:off x="502920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Facility Management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67512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Reinigung, Gebäudetechnik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846320" y="3337560"/>
            <a:ext cx="38404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26"/>
          <p:cNvSpPr/>
          <p:nvPr/>
        </p:nvSpPr>
        <p:spPr>
          <a:xfrm>
            <a:off x="502920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Hotellerie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67512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Service, Rezeption, Housekeeping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solidFill>
            <a:srgbClr val="F5C518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407408"/>
            <a:ext cx="320040" cy="3200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280160" y="42976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Frankfurt / Rhein-Main  ·  1,5M Einwohner  ·  Hotspot für Gastro, Handwerk, Finance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MARKTGRÖSSE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solidFill>
            <a:srgbClr val="F9F9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97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 Mio. Minijobber in Deutschland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Mrd. € Lohnvolumen/Jahr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7863840" cy="1005840"/>
          </a:xfrm>
          <a:prstGeom prst="rect">
            <a:avLst/>
          </a:prstGeom>
          <a:solidFill>
            <a:srgbClr val="E5E5E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 Mio. Fachkräfte in Gastro, Handwerk, Facility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 Mrd. € Lohnvolumen/Jahr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solidFill>
            <a:srgbClr val="F5C51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50.000 Fachkräfte — Rhein-Main Region, Phase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~80 Mio. € Lohnvolumen/Jahr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WETTBEWERB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Niemand besetzt die Nische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"qualifizierte Minijob-Fachkräfte".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5555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Zeitarbeit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5555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Jobbörsen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MaxiJobber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Aufschlag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40–60%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Qualitätsfilter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25€/h Minimum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Direktkontakt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Teilweise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Kosten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Mittel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Kostenlos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Prüfung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Manuell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Vertrag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Über Agentur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Unklar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Direkt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C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UNSER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Minijob im Modell.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MaxiJobber in der Leistung.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74904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508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25€/h Qualitätsfilter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80160" y="2560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Einzigartig im Markt. Filtert automatisch. Zieht die Richtigen an.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2103120"/>
            <a:ext cx="374904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508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402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Direktkontakt als Prinzip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94960" y="2560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Ticket. Kein Chat-Tool. Echte Verbindung ab Minute 1.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429000"/>
            <a:ext cx="374904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508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661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"Nicht jeder kommt rein"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8016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Exklusivität als Wachstumsmotor. FOMO treibt Qualität.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54880" y="3429000"/>
            <a:ext cx="374904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508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6616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Content Flywheel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9496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Profil = 1 Social Post. Organisch. Ohne Adspend.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GESCHÄFTSMODELL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Erst Netzwerkeffekt. Dann Monetarisierung.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560320" cy="3291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JETZT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 aufbauen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Kostenlos für beide Seiten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AI-Content-Motor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Profile → Matches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Frankfurt als Proof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508760"/>
            <a:ext cx="2560320" cy="3291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Monetarisierung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Premium-Sichtbarkeit 19€/Mo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Badge für Firmen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Analytics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508760"/>
            <a:ext cx="2560320" cy="3291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Skalierung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Enterprise-Abos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Matching Engine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DACH-Expansion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Exit-Ready Metriken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Jedes Profil ist ein Marketing-Asset.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Content-gesteuertes Wachstum ohne Adspend.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150876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Fachkraft bewirbt sich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377440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103120" y="1920240"/>
            <a:ext cx="150876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0312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PRÜFUNG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0312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verifiziert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37744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886200" y="1920240"/>
            <a:ext cx="1508760" cy="13716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4" name="Text 10"/>
          <p:cNvSpPr/>
          <p:nvPr/>
        </p:nvSpPr>
        <p:spPr>
          <a:xfrm>
            <a:off x="388620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POST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88620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automatisch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377440"/>
            <a:ext cx="182880" cy="182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669280" y="1920240"/>
            <a:ext cx="150876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66928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66928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Verteilung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37744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452360" y="1920240"/>
            <a:ext cx="150876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45236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5236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kontaktiert direkt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KANÄLE</a:t>
            </a:r>
            <a:endParaRPr lang="en-US" sz="1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776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5840" y="3931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LinkedIn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100584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Unternehmen</a:t>
            </a:r>
            <a:endParaRPr lang="en-US" sz="9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397764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108960" y="3931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310896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Fachkräfte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97764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12080" y="3931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Facebook Groups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521208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Frankfurt Netzwerk</a:t>
            </a:r>
            <a:endParaRPr lang="en-US" sz="9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3977640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315200" y="3931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731520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Empfehlungen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8" name="Text 28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 Flywheel: Profil → Post → Sichtbarkeit → Anfrage → Erfolg → mehr Profile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 launch-ready. Produkt gebaut.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Nächster Schritt: erste echte Matches.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2286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6446520" cy="2286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417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3794760" cy="283464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GEBAUT &amp; LIVE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AA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(konvertierende Copy)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679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AA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Profil-Browse ohne Login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35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AA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4-Schritt Bewerbungs-Wizard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1912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AA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 (Magic Link Auth)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4472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AA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DB + Auth + Storage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703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AA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Beruf, Stadt, Verfügbarkeit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959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AA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Foto-Upload (Drag &amp; Drop)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2153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AA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Kontaktschutz implementiert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011680"/>
            <a:ext cx="3794760" cy="2834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NÄCHSTE SCHRITTE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514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Post-Generator im Admin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echte Profile (Frankfurt)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Rollout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 Unternehmens-Anfragen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Mustervertrag live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 Erfolgs-Stories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Extrem kapitaleffizient. ~50€/Monat Burn Rate.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(gpt-4o-mini)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9768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~50€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12648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 + Post Generator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7863840" cy="64008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297680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0€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12648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für Launch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Hosting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29768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0€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12648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reicht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233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886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297680" y="3886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0€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6126480" y="3886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Founder + AI Dev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6" name="Text 20"/>
          <p:cNvSpPr/>
          <p:nvPr/>
        </p:nvSpPr>
        <p:spPr>
          <a:xfrm>
            <a:off x="822960" y="4663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TOTAL:  ~50€/MONAT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Runway: praktisch unbegrenzt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REVENUE-POTENZIAL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Konservative Projektion bei Premium-Modell nach PMF.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F9F9F9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SZENARIO A — KONSERVATIV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8892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88920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19€/Mo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2084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22.800€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20840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560320"/>
            <a:ext cx="7863840" cy="914400"/>
          </a:xfrm>
          <a:prstGeom prst="rect">
            <a:avLst/>
          </a:prstGeom>
          <a:solidFill>
            <a:srgbClr val="E5E5E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SZENARIO B — REALISTISCH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5.000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8892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88920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19€/Mo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084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171.000€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20840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solidFill>
            <a:srgbClr val="F5C51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SZENARIO C — AMBITIONIERT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50.000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8892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788920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29€/Mo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54880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2084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3,48M€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20840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Zusätzliche Revenue-Streams: Enterprise-Abos, Featured Listings, AI Matching Premium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024128"/>
            <a:ext cx="228600" cy="2286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20240" cy="3017520"/>
          </a:xfrm>
          <a:prstGeom prst="rect">
            <a:avLst/>
          </a:prstGeom>
          <a:solidFill>
            <a:srgbClr val="2A2A2A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Profile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Unternehmen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 Matches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Content Start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24128"/>
            <a:ext cx="228600" cy="228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Q3–Q4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737360"/>
            <a:ext cx="1920240" cy="30175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237744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Profile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Unternehmen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Erfolgs-Stories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HWK/IHK Partner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024128"/>
            <a:ext cx="228600" cy="228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1920240" cy="30175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37744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Städte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Premium-Features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Matching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1.000+ Profile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1024128"/>
            <a:ext cx="228600" cy="228600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2028+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1737360"/>
            <a:ext cx="1920240" cy="30175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EXIT-READY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37744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DACH-Expansion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Enterprise-Tier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Acquirer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oder Profitabel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EXIT-SZENARIEN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Gebaut mit Exit-Orientierung.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Mehrere strategische Acquirer identifiziert.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863840" cy="640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StepStone / Indeed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Minijob-Vertikale fehlt komplett im Portfolio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1874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Acqui-hire + Produkt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7863840" cy="6400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Randstad / Adecco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Direktvermittlung als Bedrohung — kaufen statt kämpfen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Strategische Akquisition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29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Personio / SAP SF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3429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Fachkräfte-Pool als Add-On für HR-Suite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429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Acquisition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06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Profitabel bleiben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4206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Cash-Flow Business bei 50€/Mo Kosten + Premium-Revenue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4206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Kein Exit nötig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C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 TEAM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508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51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RITLOOP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GRÜNDER &amp; SOLO OPERATOR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Entrepreneur mit HR-Tech Fokus. Baut Produkte mit AI-Assisted Development ("Vibe Coding"). Lean Operations — ein Gründer, null Overhead. Denkt in Build-to-Sell. Operative Burn Rate: ~50€/Monat.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794760" cy="15544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ALS CO-BUILDER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→ Vollständige Entwicklung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gpt-4o-mini → In-Product Features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Entwickler-Gehälter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Office. Kein Overhead.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3200400"/>
            <a:ext cx="3794760" cy="15544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+ TypeScript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(Auth + DB + Storage)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GitHub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Embla Carousel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HARTE FRAGEN — EHRLICHE ANTWORTEN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"Wie verdient ihr Geld?"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 gar nicht — das ist Absicht. Phase 1 baut Netzwerkeffekt. Premium-Features kommen nach PMF.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"Wie skaliert ein manueller Prüfprozess?"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Frankfurt first. Bis 500 Profile ist manuell machbar. Danach: AI-unterstützte Vorprüfung + manuelle Freigabe.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"Cold Start Problem?"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Post-Generator löst das. Jedes Profil wird automatisch zum Social Media Content. Sichtbarkeit ohne Adspend.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"Solo Founder — Risiko?"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Feature, kein Bug. 50€/Mo Burn Rate = praktisch unbegrenzter Runway. AI ersetzt 3-4 Entwickler.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 WIR SUCHEN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Strategischer Partner für die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erste Wachstumsphase.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7863840" cy="7315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KAPITAL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2011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/ Seed für Content-Marketing, erste Hires und Expansion über Frankfurt hinaus.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7863840" cy="7315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NETZWERK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2926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 zu Gastro, Handwerk, Facility-Management Entscheidern in der Rhein-Main Region.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3840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Sparringspartner für Monetarisierung, Skalierung und Exit-Timing.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MAXI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spc="1000" kern="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JOBBER.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Aufgaben brauchen keine Aushilfe.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Sondern MaxiJobber.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maxijobber.de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948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BEIDE SEITEN GEWINNEN. DAS IST DAS SYSTEM.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MaxiJobber — Investor Pitch Deck 2026</dc:title>
  <dc:subject>PptxGenJS Presentation</dc:subject>
  <dc:creator>RITLOOP</dc:creator>
  <cp:lastModifiedBy>RITLOOP</cp:lastModifiedBy>
  <cp:revision>1</cp:revision>
  <dcterms:created xsi:type="dcterms:W3CDTF">2026-04-03T19:48:23Z</dcterms:created>
  <dcterms:modified xsi:type="dcterms:W3CDTF">2026-04-03T19:48:23Z</dcterms:modified>
</cp:coreProperties>
</file>