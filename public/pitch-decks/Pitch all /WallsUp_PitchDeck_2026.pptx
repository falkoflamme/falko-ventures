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INVESTOR PITCH DECK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WALLSUP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WALLS UP. TAGS DOWN.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Vandalisierte Wände in bezahlte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Kunstwerke verwandeln.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2194560" cy="411480"/>
          </a:xfrm>
          <a:prstGeom prst="rect">
            <a:avLst/>
          </a:prstGeom>
          <a:solidFill>
            <a:srgbClr val="FF6B00"/>
          </a:solidFill>
          <a:ln/>
          <a:effectLst>
            <a:outerShdw sx="100000" sy="100000" kx="0" ky="0" algn="bl" rotWithShape="0" blurRad="254000" dist="50800" dir="16200000">
              <a:srgbClr val="FF6B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337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WALLSUP.DE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640080"/>
            <a:ext cx="3474720" cy="38404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640080"/>
            <a:ext cx="36576" cy="38404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914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99%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KUNST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1280160" cy="18288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1% KOMMERZ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3200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Sponsoren finanzieren Kunst.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 umgekehrt.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DIE GELEGENHEIT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1,2 MRD. €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Out-of-Home Werbemarkt Deutschland — und jeder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Euro sucht glaubwürdige Nicht-Werbungs-Werbung.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06040" cy="19202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43200"/>
            <a:ext cx="36576" cy="192024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200M+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VANDALISMUSKOSTEN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 JAHR IN 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2606040" cy="19202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743200"/>
            <a:ext cx="36576" cy="192024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FF9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80%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65760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DER MARKEN SUCHEN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AUTHENTISCHE CSR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606040" cy="19202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743200"/>
            <a:ext cx="36576" cy="192024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6B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∞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49224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STÄDTE MIT DEM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GLEICHEN PROBLEM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DAS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DREI VERLORENE SEITEN.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310896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6576" cy="310896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EIGENTÜMER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2.000 € alle paar Monate für Reinigung.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Nächstes Wochenende: wieder beschmiert.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Ein endloser, teurer Kreislauf.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06040" cy="310896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63040"/>
            <a:ext cx="36576" cy="310896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KÜNSTLER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Talent ohne Wände.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Keine legalen Flächen.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Kein Budget. Keine Sichtbarkeit.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310896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63040"/>
            <a:ext cx="36576" cy="3108960"/>
          </a:xfrm>
          <a:prstGeom prst="rect">
            <a:avLst/>
          </a:prstGeom>
          <a:solidFill>
            <a:srgbClr val="FF3D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3D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STADT &amp; MARKEN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CSR-Budgets ohne Impact.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Greenwashing-Müdigkeit.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Keine Brücke zwischen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Wirtschaft und Kultur.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DIE LÖSUNG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SO EINFACH FUNKTIONIERT 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310896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6576" cy="310896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MELDEN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Eigentümer meldet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vandalisierte Wand.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Min. Foto + Standort.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310896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63040"/>
            <a:ext cx="36576" cy="310896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645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FF9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MATCHEN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 votet.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KI-Matching schlägt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Künstler + Sponsor vor.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310896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36576" cy="31089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645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6B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MALEN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Künstler gestaltet.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Sponsor finanziert.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Kunstwerk. Für immer.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06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DAS PRODUKT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LIVE. FUNKTIONAL. GETESTET.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Interaktive Mapbox-Karte mit 14+ Wand-Pins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Rollen-Flows: Owner · Artist · Sponsor · Gift · NGO · Discover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Vorher/Nachher Gallery mit Drag-Slider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KI-basiertes Matching (94% Match-Score)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 Voting mit Social Proof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Escrow — Zahlung nach Fertigstellung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Art-Tour Routen mit Gruppen-Buchung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QR-Spenden-Flow für NGOs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DE/EN Switcher · Mobile-First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640080"/>
            <a:ext cx="3749040" cy="3931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0" y="640080"/>
            <a:ext cx="36576" cy="39319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914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spc="200" kern="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WALLSUP.DE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LIVE MVP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011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0116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Next.js + React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Supabase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Vercel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Mapbox GL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Escrow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3520440"/>
            <a:ext cx="2011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1: Komplett 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2: ~80% fertig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Next: Digitaler Vertrag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MARKTGRÖSSE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JEDE STADT HAT DASSELBE PROBLEM.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9601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6576" cy="9601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1,2 MRD. €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OOH + CSR-Markt Deutschland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2697480"/>
            <a:ext cx="6583680" cy="9601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80160" y="2697480"/>
            <a:ext cx="36576" cy="96012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807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FF9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120 MIO. 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Purpose-OOH + Mural-Sponsoring Top-20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3840480"/>
            <a:ext cx="5120640" cy="9601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0" y="3840480"/>
            <a:ext cx="36576" cy="9601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3950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6B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2,5 MIO. 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0352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Frankfurt · Jahr 1–2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ZIELGRUPPE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ZWEI SEITEN. EIN ÖKOSYSTEM.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6576" cy="320040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SUPPLY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WÄNDE + TALENT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Hauseigentümer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Vandalisierte Fassaden, endloser Kreislauf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FF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Street Artists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Profis die legale Flächen + Bezahlung suchen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Bürger &amp; Community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Melden Wände, voten, teilen — viraler Motor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36576" cy="3200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DEMAND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BUDGET + IMPACT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24231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Unternehmens-Sponsoren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CSR-Budgets suchen echte Wirkung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NGOs &amp; Vereine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QR-Spendenlink — dauerhafte Spendenquelle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Schenker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Wand als Geschenk: Geburtstag, Hochzeit, Memorial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6 ERLÖSSTRÖME. 1 PLATTFORM.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6576" cy="32004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Vermittlungsgebühr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 Projekt (% vom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Sponsor-Budget)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Escrow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Zahlung nach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Fertigstellung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65176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463040"/>
            <a:ext cx="36576" cy="320040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RECURRING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Artist Membership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29 €/Monat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Premium-Sichtbarkeit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Sponsor-Pakete mit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autom. Impact-Bericht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265176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463040"/>
            <a:ext cx="36576" cy="3200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Gifting ab 400 €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Wand als Geschenk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White Label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Lizenz pro Stadt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FRANKFURT ZUERST. DANN ALLE.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6576" cy="32004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Q2–Q4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FRANKFURT PROOF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Erste 5 bezahlte Projekte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Stadt-Partnerschaften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Artist-Netzwerk aufbauen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Lokal-Presse + Social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65176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463040"/>
            <a:ext cx="36576" cy="320040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0332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RHEIN-MAIN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03320" y="28346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Städte im Rhein-Main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AI-Agents für Outreach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Sponsor-Akquise automatisiert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Art-Tour Routen buchbar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265176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463040"/>
            <a:ext cx="36576" cy="3200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PHASE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2028+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NATIONAL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0" y="28346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Top-20 deutsche Städte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White-Label-Lizenzen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Artist Membership Flywheel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1.000+ Wände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WETTBEWERB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KEIN DIREKTER WETTBEWERBER IN DACH.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33832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6576" cy="33832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1417320"/>
            <a:ext cx="9144" cy="33832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108960"/>
            <a:ext cx="804672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371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DIGITAL / SKALIERBAR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0" y="46634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ANALOG / LOKAL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COMMUNITY →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766560" y="4663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← KOMMERZIELL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2608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WALLSUP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Beautify Earth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(USA)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Kommunale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Streetartcities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(Katalog)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Ströer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JCDecaux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MOAT &amp; VERTEIDIGUNG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SCHWER ZU KOPIEREN.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6576" cy="16459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99% KUNST PHILOSOPHIE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Kategorie-definierende Positionierung. Kein OOH-Anbieter traut sich das.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36576" cy="16459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BROKEN WINDOWS THEORY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Akademisches Fundament. Macht aus Meinung eine bewiesene These.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36576" cy="164592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COMMUNITY VOTING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4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Netzwerkeffekt — jeder Vote ist viraler Loop und Retention.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46120"/>
            <a:ext cx="36576" cy="164592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WHITE-LABEL READY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794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Jede Stadt kann lizenzieren. Infrastruktur, keine App.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24612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246120"/>
            <a:ext cx="36576" cy="16459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6-STAKEHOLDER FLYWHEEL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3794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 · Artist · Sponsor · NGO · Gift · Community — jeder zieht den nächsten.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24612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246120"/>
            <a:ext cx="36576" cy="16459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BRAND ALS ASSET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3794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9/10 Brand-Score. Sieht aus wie Berlin, nicht wie Mittelstand.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FINANCIALS · PROJEKTION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EHRLICHE ZAHLEN.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6576" cy="16459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2.500 €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DURCHSCHN. PROJEKT-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WERT (SPONSOR)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36576" cy="16459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ZIEL: PROJEKTE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JAHR 1 FRANKFURT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36576" cy="16459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125K €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922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ZIEL: JAHRESUMSATZ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JAHR 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46120"/>
            <a:ext cx="36576" cy="164592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FF9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500K €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ZIEL: ARR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JAHR 2 (10 STÄDTE)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83280" y="324612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246120"/>
            <a:ext cx="36576" cy="164592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FF9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29 €/M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65760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ARTIST MEMBERSHIP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(AB KRIT. MASSE)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0" y="3246120"/>
            <a:ext cx="260604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246120"/>
            <a:ext cx="36576" cy="16459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6B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70%+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49224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ZIEL: BRUTTOMARGE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(PLATTFORM-MODELL)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TRACTION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00FF9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WAS STEHT.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MVP live auf wallsup.de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echte Wand-Pins in Frankfurt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komplett (18 Features)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 zu ~80% fertig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Escrow integriert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Art-Tour Routen gebaut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NGO QR-Spenden-Flow live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Investor Audit durchgeführt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731520"/>
            <a:ext cx="13716" cy="3840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FF6B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WAS KOMMT.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Erster bezahlter Deal (Proof)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Digitaler Vertrag (HelloSign)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echte Sponsoren onboarden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Stadt-Partnerschaft Frankfurt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AI-Agents für Sponsor-Outreach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Art-Tour als Tourismus-Produkt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White Label Pilot: 2. Stadt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Artist Membership launchen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DIE INFRASTRUKTUR FÜR</a:t>
            </a:r>
            <a:endParaRPr lang="en-US" sz="2800" dirty="0"/>
          </a:p>
          <a:p>
            <a:pPr indent="0" marL="0">
              <a:buNone/>
            </a:pPr>
            <a:r>
              <a:rPr lang="en-US" sz="28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URBANE KUNST-TRANSFORMATION.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29260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36576" cy="29260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FRANKFURT</a:t>
            </a:r>
            <a:endParaRPr lang="en-US" sz="2200" dirty="0"/>
          </a:p>
          <a:p>
            <a:pPr indent="0" marL="0">
              <a:buNone/>
            </a:pPr>
            <a:r>
              <a:rPr lang="en-US" sz="2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PROOF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bezahlte Projekte.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Erste echte Stories.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Stadt als Partner.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737360"/>
            <a:ext cx="2651760" cy="29260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737360"/>
            <a:ext cx="36576" cy="292608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RHEIN-MAIN</a:t>
            </a:r>
            <a:endParaRPr lang="en-US" sz="2200" dirty="0"/>
          </a:p>
          <a:p>
            <a:pPr indent="0" marL="0">
              <a:buNone/>
            </a:pPr>
            <a:r>
              <a:rPr lang="en-US" sz="2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DOMINANZ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Städte. 100+ Wände.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Sponsor-Akquise automatisiert.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Nationale Presse.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2651760" cy="29260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737360"/>
            <a:ext cx="36576" cy="292608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2028+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NATIONALE</a:t>
            </a:r>
            <a:endParaRPr lang="en-US" sz="2200" dirty="0"/>
          </a:p>
          <a:p>
            <a:pPr indent="0" marL="0">
              <a:buNone/>
            </a:pPr>
            <a:r>
              <a:rPr lang="en-US" sz="22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INFRASTRUKTUR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Top-20 Städte via White Label.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1.000+ Wände.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Exit-Ready.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EXIT-STRATEGIE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 WEGE ZUM RETURN.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6576" cy="32004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STRATEGISCH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Ströer · JCDecaux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Alba Group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OOH-Player suchen Purpose-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Produkte. WallsUp liefert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 + Brand + Tech.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3–5 JAHRE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65176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463040"/>
            <a:ext cx="36576" cy="320040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FINANCIAL / 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0332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Cherry Ventures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Impact Angels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Urban-Tech + Impact-Investing.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Recurring Revenue durch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White Label + Memberships.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FF9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4–6 JAHRE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265176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463040"/>
            <a:ext cx="36576" cy="3200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CASH-FLOW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Eigenfinanziertes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ED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Wachstum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Plattform-Modell mit 70%+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Marge. Profitabel ab ~200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Projekte/Jahr.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LAUFEND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DER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WAS WIR SUCHEN.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6576" cy="32004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PRE-SEED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150K €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USE OF FUNDS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40% — Erste 5 bezahlte Projekte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 — Sales &amp; Outreach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20% — Produkt (Verträge, AI Agents)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— Operations +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36576" cy="3200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WAS WIR BIETEN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MVP mit Premium-Branding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Klar definiertes 3-Seiten-Modell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White-Label-fähige Architektur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Skalierungsplan für 20 Städte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Erster Pilot-Markt: Frankfurt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Solo-Gründer mit 15J. internationaler Erfahrung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100" kern="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WÄNDE WERDEN VERUNSTALTET.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100" kern="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WIR BRECHEN DEN KREISLAUF.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286000" cy="27432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8A847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WALLS UP. TAGS DOWN.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2377440" cy="457200"/>
          </a:xfrm>
          <a:prstGeom prst="rect">
            <a:avLst/>
          </a:prstGeom>
          <a:solidFill>
            <a:srgbClr val="FF6B00"/>
          </a:solidFill>
          <a:ln/>
          <a:effectLst>
            <a:outerShdw sx="100000" sy="100000" kx="0" ky="0" algn="bl" rotWithShape="0" blurRad="254000" dist="50800" dir="16200000">
              <a:srgbClr val="FF6B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WALLSUP.DE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Falko Flamme  ·  flamme.falko@gmail.com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4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Frankfurt ·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0" y="1645920"/>
            <a:ext cx="3291840" cy="25603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1645920"/>
            <a:ext cx="36576" cy="25603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99%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66928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2EDE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KUNST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92240" y="3063240"/>
            <a:ext cx="1097280" cy="18288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FFD6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1% KOMMERZ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4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Nicht verhandelbar. Nie.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WallsUp — Investor Pitch Deck 2026</dc:title>
  <dc:subject>PptxGenJS Presentation</dc:subject>
  <dc:creator>WallsUp</dc:creator>
  <cp:lastModifiedBy>WallsUp</cp:lastModifiedBy>
  <cp:revision>1</cp:revision>
  <dcterms:created xsi:type="dcterms:W3CDTF">2026-04-03T14:22:47Z</dcterms:created>
  <dcterms:modified xsi:type="dcterms:W3CDTF">2026-04-03T14:22:47Z</dcterms:modified>
</cp:coreProperties>
</file>